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拓竹 × 创想三维</a:t>
            </a:r>
            <a:endParaRPr lang="en-US" sz="44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赞助红人调研报告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Keychron 内部调研 · 总分结构版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2026-08-14 · 双引擎调研(Claude ×6 + Codex wide-research ×15)· CoVe / ACH / Pre-mortem 三重批判修订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样本:拓竹 67 行 · 创想 61 行 · Keychron 三案例(全部带证据链接)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内部文件:含谈判策略与竞对情报,请勿直接发给拓竹/创想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KEYCHRON RESEARCH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· 目录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章节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一句话结论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统领性答案(总)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门槛不是政策而是观感;数据成立但换打法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维度1 拓竹被赞助红人名录(65人)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哑铃+长尾 seeding,圈外已近半,日本刚起步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维度2 创想被赞助红人名录(57人)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四层零门槛漏斗;大使层反差;FauxHammer 解约风波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维度3 开放度评分 ★核心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拓竹 26.2% / 严格 12.3%;创想 29.8–38.6% / 14%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维度4 Keychron 三案例对标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Gizmodo 3亿日元实绩为头牌;lack 84.5万粉;Wildmind 破圈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维度5 赞助机制与门槛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两家均无明文粉丝门槛;赞助归 marketing@ 而非 BD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维度6 开源舆情(不上桌)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OrcaSlicer 风波属实,只作内部背景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维度7 竞品 BATNA(不上桌)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Anycubic 十年赠万台零门槛,仅作 Plan 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总结:证伪记录 + 行动清单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条 P0:Gizmodo 书面确认 / 停用「全开源」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GOVERNING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统领性答案(总)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「你们的人不是大牌 KOL」在两家品牌的公开成文规则里都不存在;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拓竹 65 个可公开识别的传播合作对象中,仅 26% 有公开/免费设计发布、12% 达到「活跃开放」标准——开源互补论数据成立。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但不正面打这张牌:换桌子(marketing@)+ Gizmodo 出货实绩开场 + 开源改说「与 MakerWorld 同构」。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拓竹合作对象中有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公开/免费设计发布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52044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达到「活跃开放」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严格标准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5508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两家条款中的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明文粉丝门槛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3520440"/>
            <a:ext cx="260604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052560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3亿+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9189720" y="470916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Gizmodo×Keychron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echo 五天GMV(日元)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口径:公开可识别的品牌传播合作池(YouTube 披露/官方联动为主),不代表 MakerWorld / Creality Cloud 全体设计师。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1 · 拓竹被赞助红人名录(65 人)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粉丝分布「哑铃+长尾」:中位数约 56 万,区间 6.2K → 15.4M;&lt;5 万粉 4 个、100 万+ 8 个——小微创作者拿得到赠机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主力打法 = 赠机 + affiliate 分佣的大规模 seeding,几乎不买断「明示 sponsored」;Adam Savage's Tested(726万)拿的也只是评测机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非测评垂类已近一半:cosplay / 桌游 / 影视 / 音乐 / 建筑……拓竹已经认了圈外投放逻辑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打法已基建化:Let's Make It Fund(最高 $30 万)+ MakerWorld Exclusive + affiliate 三层创作者经济体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复投池存在:My Tech Fun 合作 20 次、SuperfastMatt 16 次(Codex 引擎独有发现)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日本:2026 年 6–7 月三连 A 级投放(ワタナベカズマサ 42.3 万粉等,「提供:Bambu Lab」已验真);但官方 X 仅 1.08 万粉、未发现日语官方 YouTube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对谈判的意义:对方的实际行为与「你们不够大牌」的说法自相矛盾;放权式合作(赠机无编辑权)正是其信任货币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2 · 创想被赞助红人名录(57 人)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四层零门槛漏斗:Affiliate → Cloud Influencer Club → Maker Program(「Get sponsored」)→ 官方大使/联名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2400 万粉(Unbox Therapy)到 1600 订阅都拿得到机器;海量长尾送测抢新品搜索占位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大使层反差:偏公益/圈外破圈(义肢博士、Naomi Wu、Ayúdame3D),带货测评集中在送测层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需剔除经销层:Pergear / SainSmart / Geekbuying 等经销商赠机混在名单中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风险样本:FauxHammer(15.2 万订阅)2026-01 解约视频《Why I'm Done With Creality》,实锤「硬件换评测+施压软化批评」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Keychron 差异化条款依据:「不审稿、不因差评除名」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日本区近乎空白:仅 1 例联盟链接;Creality Japan 官方 IG 仅 5,192 粉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 · 全部脚本实算,分子分母显式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3 · 开放度评分 ★ 核心对比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口径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Bambu Lab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宽口径:有公开/免费设计发布(2–3 分)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17/65 = 26.2%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22/57 = 38.6%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宽口径剔除低置信条目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15/65 = 23.1%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17/57 = 29.8%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严格口径:活跃开放(源文件+开放许可+近12月活跃)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8/65 = 12.3%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8/57 = 14.0%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拓竹高粉头部「高原创、零开放」:Hacksmith(会员制)、HeroTech(Patreon)、Chappel(自营店)——与 Voron/Klipper 开源社区几乎零重叠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官宣 vs 实际:官方「创作者运动」标杆 Scott Yu-Jan 实测 MakerWorld 仅 2 个免费模型、活跃徽章过期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拓竹日本区被投放的 6 个创作者零开放型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使用边界:口径=公开可识别传播合作池,不能推导为「品牌生态开放度」;0 分=「截至调研日公开检索未发现」≠ 确证不存在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4 · Keychron 三案例对标(出牌顺序)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49377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顺序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案例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核心数据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打法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头牌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Gizmodo Japan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 GIZMART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已共创出货两款硬件:Orca echo 五天 GMV 超 3 亿日元(破 GIZMART 纪录),Nape Pro 两轮累计超 4 亿;矩阵约 203 万粉(2025-02 官方口径)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商业实绩开场,同时击穿「体量」与「转化风险」;媒体级合作是拓竹名单缺位类型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lalalalack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84.5 万 X 粉(独立验证)· FGO 角色设计师 · 起源帖 350 万浏览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纯二次元圈外增量;高于拓竹名单中位数(56 万)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展示页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Wildmind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 2,778 粉(如实);Nothing CEO Carl Pei 亲自 reaction、Yanko Design 专文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不比粉丝数;打「作品破圈 + 跑在 Keychron 公开 CAD 上」的工作流样板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8463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前置: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「lady boss 想要 Bambu 打印机」目前只是口头意向。见拓竹前必须拿到 Gizmodo/GIZMART 三方探索会书面确认(参会意愿+可引用联系人职务+意向机型)。日本话术:「你们重投放轻自有声量,我们递的是矩阵里没有的媒体级合作与圈外圈层」——不说「帮你进日本」。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5 · 赞助机制与门槛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Bambu Lab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Creality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联盟计划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「sole discretion」,公开条款无粉丝门槛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明文欢迎 new creator partners,零门槛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创作者计划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MakerWorld:站内粉丝≥500 等任一达标即自动开通 3–15% 分成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「Who Can Join? Anyone」;粉丝区间从 Under 1000 起选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赠机/官方合作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marketing@bambulab.com,纯裁量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四层漏斗,按月度产出发实物奖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核心结论:「必须大牌 KOL」在两家成文规则里都不存在——是执行观感不是政策(注:公开条款无门槛 ≠ 内部审批不看粉丝)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渠道错位:赞助归 marketing 线,此前对接的 BD 线可能根本不管这事(ACH 胜出解释)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风险发现:拓竹曾因批评内容撤销联盟资格(官方 2025-02 承认措辞问题并修订)→ Keychron 可打「不审稿、不因差评除名」差异化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案例证明拓竹主动签桌游/DIY 小微创作者,KPI 看曝光+长尾内容资产,不看头部身份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6 · 开源舆情(内部背景,不上桌)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年 4–5 月拓竹史上最大开源公关危机:OrcaSlicer 分叉遭法律威胁 → Geerling 檄文(HN 1404 分)→ SFC 合规调查认定两项 AGPLv3 违规(公益机构认定,非法院判决)+ baltobu 监督项目募资 25 万美元 → Rossmann / GamersNexus / The Verge 集中批评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热度:峰值 5 月中下旬,6–8 月已平静。正确认知=「三个月前刚经历危机+SFC 监督仍在运转」,不是「此刻天天挨骂」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Creality 已不能当反面教材:2025-12 官宣扩大固件开源(范围非全部 K 系列),2026 年批评基本消声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竞品在抢「开源友好」位:Snapmaker 给被威胁开发者捐设备借势公关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7091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 批判结论:这套弹药全部收起。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当面使用 = 揭伤疤 = 触发法务/公关防御性关门。唯一用途是内部背景:解释为什么开源牌必须说「与 MakerWorld 同构」,永远不替对方说破他有声誉问题。禁用:「最后的封闭堡垒」「你们正在输」「公关止血」「连 Creality 都开源了」。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子总结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7 · 竞品 BATNA(不上桌)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关键事实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Anycubic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最开放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十周年 Dream 计划明文十年赠 1 万台,创意申请制,公开页未列粉丝门槛;affiliate 零门槛;官网称每月 10–20 份赠品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Qidi Tech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联盟注册即入($0 门槛 / 10% 佣金);无公开赠机计划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Snapmaker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正借「站队开源」做公关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Prusa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模式不同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开源阵营社区回馈制(Prusameters),不做赠机换内容,不宜当赠机 BATNA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措辞注意:没有品牌明文写「X 粉以上可申请」——只能说「零门槛申请制」,不能编数字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 结论:BATNA 不上桌。对拓竹提 Anycubic 只会坐实「你们只配二线」;仅作谈判破裂后的真实备选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1/2 · 证伪记录(调研可信度的来源)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原始判断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调研结果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修正后表述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拓竹只向 3D 打印圈内传教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部分证伪:圈外投放已近半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「你们已认圈外逻辑,我们递的是未覆盖圈层」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拓竹日本市场空白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证伪:6–7 月已有三连投放(Codex 日语检索救回)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「刚起步、重投放轻自有声量」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Creality 是伪开源反面教材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证伪:2025-12 已扩大固件开源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「连 Creality 都转身了」——收起不用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被赞助红人开源占比 &gt;40% 则互补论不成立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未触发:拓竹 26.2%,创想 29.8–38.6%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互补论数据成立,但只作内部弹药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舆情风波可当谈判筹码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事实属实但 ACH 判定会反噬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全部收起,降为内部背景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样本口径免责:本研究覆盖公开可识别的品牌赞助/赠机/联盟/官方联动对象,不代表品牌全部未披露合作,也不代表 MakerWorld / Creality Cloud 全体创作者;「未检索到」≠「不存在」。MakerWorld 100 账号基线抽样已列入待办。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5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2/2 · 行动清单与监测信号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· 见拓竹前拿到 Gizmodo/GIZMART 三方探索会书面确认(联系人+职务+意向机型)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· 对外物料全面替换用词:「全开源」→「公开生产级硬件设计文件(source-available)」——Keychron GitHub 许可即此,防 open-washing 反杀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改道/加抄 marketing@bambulab.com,绕开说「不够大牌」的对接人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重做提案:Gizmodo 实绩开场 → lack → Wildmind 工作流 → 90 天日本共创试点(1 原型工作流 + 1 可打印配件 + 1 MakerWorld 专题页 + 1 次共创征集,带归因 KPI)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用严格口径(3 分)名单反向筛选 Keychron 推荐创作者,精准补对方 12% 缺口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Anycubic / Qidi 留作 Plan B,不出现在给拓竹的任何材料里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监测信号(未来 6 个月)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93776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marketing@ 首轮回复措辞(问细节=有戏;模板拒=存在不成文门槛)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日语区「Bambu Lab 提供/案件」新视频,每月查一次;3 个月无新增则「窗口期」降级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SFC baltobu 项目动态(和解/整改完成 → 开源敏感度下降,话术可放开)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r/Creality 解约/施压类内容(Plan B 品牌风险)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2026-08-15T06:13:53Z</dcterms:created>
  <dcterms:modified xsi:type="dcterms:W3CDTF">2026-08-15T06:13:53Z</dcterms:modified>
</cp:coreProperties>
</file>